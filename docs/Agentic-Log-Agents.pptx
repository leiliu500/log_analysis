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932688"/>
            <a:ext cx="164592" cy="164592"/>
          </a:xfrm>
          <a:prstGeom prst="rect">
            <a:avLst/>
          </a:prstGeom>
          <a:noFill/>
          <a:ln w="27940">
            <a:solidFill>
              <a:srgbClr val="0A0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832104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spc="200">
                <a:solidFill>
                  <a:srgbClr val="E6EEF5"/>
                </a:solidFill>
                <a:latin typeface="Consolas"/>
              </a:rPr>
              <a:t>AGENTIC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64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645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600" b="1">
                <a:solidFill>
                  <a:srgbClr val="E6EEF5"/>
                </a:solidFill>
                <a:latin typeface="Segoe UI"/>
              </a:rPr>
              <a:t>Agent architecture:</a:t>
            </a:r>
          </a:p>
          <a:p>
            <a:pPr algn="l">
              <a:lnSpc>
                <a:spcPct val="98000"/>
              </a:lnSpc>
            </a:pPr>
            <a:r>
              <a:rPr sz="4600" b="1">
                <a:solidFill>
                  <a:srgbClr val="35E0C4"/>
                </a:solidFill>
                <a:latin typeface="Segoe UI"/>
              </a:rPr>
              <a:t>interactions, flows, functions.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6052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A9BCCB"/>
                </a:solidFill>
                <a:latin typeface="Segoe UI"/>
              </a:rPr>
              <a:t>Every agent in the platform — the Supervisor router, the four request-path agents, and the two ingest-path engines that spawn agents per transaction and per error signature. Documented as the code actually runs.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49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AGENT ROLES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35E0C4"/>
                </a:solidFill>
                <a:latin typeface="Consolas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5349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LIVE ENGINES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35E0C4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5349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ROUTER INTENTS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35E0C4"/>
                </a:solidFill>
                <a:latin typeface="Consola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534924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LIFECYCLE STATES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35E0C4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THE 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Seven agent roles, two runtimes.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83080"/>
            <a:ext cx="3749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AGENT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2896" y="178308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78308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4896" y="1783080"/>
            <a:ext cx="18562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48840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148840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Supervisor (routeRequest)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14884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214884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LLM router @ temp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2148840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32888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532888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simulator-agent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53288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53288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generate + write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532888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 (in-process)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916936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2916936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analysis-agent / analyze_logs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2916936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91693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raw-window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916936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 (in-process)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300984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300984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analysis-agent / query_findings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3300984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30098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scoped RAG over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3300984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 (in-process)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685032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3685032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scp-agent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3685032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368503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invoke real endpoint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3685032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 + provisioned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069080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4069080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Finding-agent (ephemeral)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2896" y="406908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ingest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406908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1 per error /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4069080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453128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4453128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Lifecycle-agent (stateful)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2896" y="445312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ingest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445312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1 per transaction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4453128"/>
            <a:ext cx="18562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● 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120640"/>
            <a:ext cx="10543032" cy="68580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" y="5120640"/>
            <a:ext cx="1014069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Naming trap:  </a:t>
            </a:r>
            <a:r>
              <a:rPr sz="1100" b="0">
                <a:solidFill>
                  <a:srgbClr val="A9BCCB"/>
                </a:solidFill>
                <a:latin typeface="Segoe UI"/>
              </a:rPr>
              <a:t>“simulator-agent” / “analysis-agent” are </a:t>
            </a:r>
            <a:r>
              <a:rPr sz="1100" b="1">
                <a:solidFill>
                  <a:srgbClr val="E6EEF5"/>
                </a:solidFill>
                <a:latin typeface="Segoe UI"/>
              </a:rPr>
              <a:t>routing labels only</a:t>
            </a:r>
            <a:r>
              <a:rPr sz="1100" b="0">
                <a:solidFill>
                  <a:srgbClr val="A9BCCB"/>
                </a:solidFill>
                <a:latin typeface="Segoe UI"/>
              </a:rPr>
              <a:t> — the Bedrock collaborators of those names were deleted. Only </a:t>
            </a:r>
            <a:r>
              <a:rPr sz="1100" b="0">
                <a:solidFill>
                  <a:srgbClr val="35E0C4"/>
                </a:solidFill>
                <a:latin typeface="Consolas"/>
              </a:rPr>
              <a:t>scp-agent</a:t>
            </a:r>
            <a:r>
              <a:rPr sz="1100" b="0">
                <a:solidFill>
                  <a:srgbClr val="A9BCCB"/>
                </a:solidFill>
                <a:latin typeface="Segoe UI"/>
              </a:rPr>
              <a:t> exists as a hosted agent, and even it is never invoked (slide 19).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Two engines, one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9BCCB"/>
                </a:solidFill>
                <a:latin typeface="Segoe UI"/>
              </a:rPr>
              <a:t>Agents are spawned on two completely separate paths, with different lifetimes, statuses and triggers. Conflating them is the #1 misreading of this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138928" cy="37033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REQUEST PATH — user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496"/>
                </a:solidFill>
                <a:latin typeface="Consolas"/>
              </a:rPr>
              <a:t>trigger:  </a:t>
            </a:r>
            <a:r>
              <a:rPr sz="1000" b="1">
                <a:solidFill>
                  <a:srgbClr val="E6EEF5"/>
                </a:solidFill>
                <a:latin typeface="Consolas"/>
              </a:rPr>
              <a:t>POST /chat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063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182112"/>
            <a:ext cx="1152144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063240"/>
            <a:ext cx="1463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3" y="3063240"/>
            <a:ext cx="1371600" cy="6400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1" y="3182112"/>
            <a:ext cx="1152144" cy="402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ROUTE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dispatch → 1 of 4 in-process handlers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206240"/>
            <a:ext cx="219456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0624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35E0C4"/>
                </a:solidFill>
                <a:latin typeface="Consolas"/>
              </a:rPr>
              <a:t>simulate_logs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206240"/>
            <a:ext cx="219456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20624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35E0C4"/>
                </a:solidFill>
                <a:latin typeface="Consolas"/>
              </a:rPr>
              <a:t>invoke_application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617720"/>
            <a:ext cx="219456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35E0C4"/>
                </a:solidFill>
                <a:latin typeface="Consolas"/>
              </a:rPr>
              <a:t>analyze_logs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617720"/>
            <a:ext cx="219456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617720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35E0C4"/>
                </a:solidFill>
                <a:latin typeface="Consolas"/>
              </a:rPr>
              <a:t>query_findings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2064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Lifetime: one HTTP request. Stateless. The agent IS the handler.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2148840"/>
            <a:ext cx="5138928" cy="37033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331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INGEST PATH — always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6974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496"/>
                </a:solidFill>
                <a:latin typeface="Consolas"/>
              </a:rPr>
              <a:t>trigger:  </a:t>
            </a:r>
            <a:r>
              <a:rPr sz="1000" b="1">
                <a:solidFill>
                  <a:srgbClr val="E6EEF5"/>
                </a:solidFill>
                <a:latin typeface="Consolas"/>
              </a:rPr>
              <a:t>EventBridge rate(5 minutes)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063240"/>
            <a:ext cx="4663440" cy="1170432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31821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5E0C4"/>
                </a:solidFill>
                <a:latin typeface="Consolas"/>
              </a:rPr>
              <a:t>dispatchAgentic()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3456432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9BCCB"/>
                </a:solidFill>
                <a:latin typeface="Segoe UI"/>
              </a:rPr>
              <a:t>spawns an </a:t>
            </a:r>
            <a:r>
              <a:rPr sz="1000" b="1">
                <a:solidFill>
                  <a:srgbClr val="E6EEF5"/>
                </a:solidFill>
                <a:latin typeface="Segoe UI"/>
              </a:rPr>
              <a:t>ephemeral Finding-agent</a:t>
            </a:r>
            <a:r>
              <a:rPr sz="1000" b="0">
                <a:solidFill>
                  <a:srgbClr val="A9BCCB"/>
                </a:solidFill>
                <a:latin typeface="Segoe UI"/>
              </a:rPr>
              <a:t> per error signature and per cross-source correlation. Calls Bedrock. Dies with the poll.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4343400"/>
            <a:ext cx="4663440" cy="1170432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8544" y="44622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5E0C4"/>
                </a:solidFill>
                <a:latin typeface="Consolas"/>
              </a:rPr>
              <a:t>advanceAgents()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544" y="4736592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A9BCCB"/>
                </a:solidFill>
                <a:latin typeface="Segoe UI"/>
              </a:rPr>
              <a:t>advances a </a:t>
            </a:r>
            <a:r>
              <a:rPr sz="1000" b="1">
                <a:solidFill>
                  <a:srgbClr val="E6EEF5"/>
                </a:solidFill>
                <a:latin typeface="Segoe UI"/>
              </a:rPr>
              <a:t>stateful Lifecycle-agent</a:t>
            </a:r>
            <a:r>
              <a:rPr sz="1000" b="0">
                <a:solidFill>
                  <a:srgbClr val="A9BCCB"/>
                </a:solidFill>
                <a:latin typeface="Segoe UI"/>
              </a:rPr>
              <a:t> per transaction, persisted in the agents table. No LLM. Survives across polls.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1 · THE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Routing is a prompt, not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5E0C4"/>
                </a:solidFill>
                <a:latin typeface="Consolas"/>
              </a:rPr>
              <a:t>routeRequest(message) → RouteDecision</a:t>
            </a:r>
            <a:r>
              <a:rPr sz="1100" b="0">
                <a:solidFill>
                  <a:srgbClr val="6F8496"/>
                </a:solidFill>
                <a:latin typeface="Consolas"/>
              </a:rPr>
              <a:t>   ·   packages/agents/bedrock/supervisor.ts   ·   18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INPUT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user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01168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011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130552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LLM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converseJson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01168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2011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130552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SYSTEM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supervisor.md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201168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2011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2130552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VALIDATE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Zod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1168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2011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2130552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OUT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RouteDecision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ORDERED DECISION RULES — first match wins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8328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383280"/>
            <a:ext cx="4571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38328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3383280"/>
            <a:ext cx="6976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RULE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49040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749040"/>
            <a:ext cx="4571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5D6C"/>
                </a:solidFill>
                <a:latin typeface="Consola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374904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simulate_logs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6976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verb “simulate/generate logs”, or pasted &lt;cashMessage&gt; XML — always wins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133088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133088"/>
            <a:ext cx="4571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9D47"/>
                </a:solidFill>
                <a:latin typeface="Consola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1056" y="413308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invoke_application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5" y="4133088"/>
            <a:ext cx="6976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CALL / INVOKE a real downstream endpoint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17136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517136"/>
            <a:ext cx="4571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2C94C"/>
                </a:solidFill>
                <a:latin typeface="Consola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4517136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analyze_logs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4517136"/>
            <a:ext cx="6976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COUNT / LIST / SHOW raw log activity, failures, a window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901184"/>
            <a:ext cx="10543032" cy="38404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901184"/>
            <a:ext cx="4571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57C7FF"/>
                </a:solidFill>
                <a:latin typeface="Consola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91056" y="4901184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query_findings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4901184"/>
            <a:ext cx="69768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catch-all: stored findings, “why did X happen”, summaries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394960"/>
            <a:ext cx="10543032" cy="658368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" y="5394960"/>
            <a:ext cx="10140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Temp 0, LLM-only.  </a:t>
            </a:r>
            <a:r>
              <a:rPr sz="1100" b="0">
                <a:solidFill>
                  <a:srgbClr val="A9BCCB"/>
                </a:solidFill>
                <a:latin typeface="Segoe UI"/>
              </a:rPr>
              <a:t>The former deterministic regex overrides (isSimulateRequest / isAnalyticalLogQuery) were deleted in </a:t>
            </a:r>
            <a:r>
              <a:rPr sz="1100" b="0">
                <a:solidFill>
                  <a:srgbClr val="35E0C4"/>
                </a:solidFill>
                <a:latin typeface="Consolas"/>
              </a:rPr>
              <a:t>1d35f93</a:t>
            </a:r>
            <a:r>
              <a:rPr sz="1100" b="0">
                <a:solidFill>
                  <a:srgbClr val="A9BCCB"/>
                </a:solidFill>
                <a:latin typeface="Segoe UI"/>
              </a:rPr>
              <a:t> — they now survive only as prose in the prompt. The Bedrock layer has zero tests.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1 ·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RouteDecision — the hand-off shape.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RouteDecision = z.object({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5E0C4"/>
                </a:solidFill>
                <a:latin typeface="Consolas"/>
              </a:rPr>
              <a:t>  intent:      query_findings | analyze_logs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8658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5E0C4"/>
                </a:solidFill>
                <a:latin typeface="Consolas"/>
              </a:rPr>
              <a:t>             | simulate_logs | invoke_application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426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496"/>
                </a:solidFill>
                <a:latin typeface="Consolas"/>
              </a:rPr>
              <a:t>             | unknown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9864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targetAgent:       CollaboratorAgent?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targetApplication: string?      // scp | apiflc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107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sources:           LogSourceType[]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6674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parameters:        Record&lt;string, unknown&gt;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2277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rationale:         string    //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  confidence:        number    // 0..1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PARAMETER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4800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targetApplication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the app named or implied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23744"/>
            <a:ext cx="4800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sources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cloudwatch / splunk / grafana /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44368"/>
            <a:ext cx="4800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windowMinutes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“last 5 minutes” → 5 (analyze)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64991"/>
            <a:ext cx="4800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count, startMessageId, sinks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(simulate)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85615"/>
            <a:ext cx="48006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parameters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any other concrete filters / payload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343400"/>
            <a:ext cx="4828032" cy="91440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343400"/>
            <a:ext cx="442569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9D47"/>
                </a:solidFill>
                <a:latin typeface="Consolas"/>
              </a:rPr>
              <a:t>Fallback: </a:t>
            </a:r>
            <a:r>
              <a:rPr sz="1050" b="0">
                <a:solidFill>
                  <a:srgbClr val="A9BCCB"/>
                </a:solidFill>
                <a:latin typeface="Segoe UI"/>
              </a:rPr>
              <a:t>any model error or schema-invalid reply silently becomes </a:t>
            </a:r>
            <a:r>
              <a:rPr sz="1050" b="0">
                <a:solidFill>
                  <a:srgbClr val="35E0C4"/>
                </a:solidFill>
                <a:latin typeface="Consolas"/>
              </a:rPr>
              <a:t>query_findings @ confidence 0.3</a:t>
            </a:r>
            <a:r>
              <a:rPr sz="1050" b="0">
                <a:solidFill>
                  <a:srgbClr val="A9BCCB"/>
                </a:solidFill>
                <a:latin typeface="Segoe UI"/>
              </a:rPr>
              <a:t>. Nothing downstream reads confidence.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2064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120640"/>
            <a:ext cx="10140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35E0C4"/>
                </a:solidFill>
                <a:latin typeface="Consolas"/>
              </a:rPr>
              <a:t>unknown</a:t>
            </a:r>
            <a:r>
              <a:rPr sz="1100" b="0">
                <a:solidFill>
                  <a:srgbClr val="A9BCCB"/>
                </a:solidFill>
                <a:latin typeface="Segoe UI"/>
              </a:rPr>
              <a:t> is in the enum but the prompt never emits it and the dispatcher never handles it — it falls through to the query_findings default.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INTERACTION · HAND-OFF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Pure dispatch — one switch, four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5E0C4"/>
                </a:solidFill>
                <a:latin typeface="Consolas"/>
              </a:rPr>
              <a:t>packages/api/src/chat.ts:79</a:t>
            </a:r>
            <a:r>
              <a:rPr sz="1200" b="0">
                <a:solidFill>
                  <a:srgbClr val="A9BCCB"/>
                </a:solidFill>
                <a:latin typeface="Segoe UI"/>
              </a:rPr>
              <a:t>   —   “Pure dispatch by the Supervisor's routed intent — no routing logic here.” All four branches run in-process.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1031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210312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HANDLER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7455" y="210312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4896" y="2103120"/>
            <a:ext cx="18562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68879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4688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simulate_logs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468879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handleSimulatePrompt()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5" y="246887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@log/simulator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2468879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FF9D47"/>
                </a:solidFill>
                <a:latin typeface="Consolas"/>
              </a:rPr>
              <a:t>route re-injected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26079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9260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invoke_application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926079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invokeApplication()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5" y="292607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@log/app-scp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926079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FF9D47"/>
                </a:solidFill>
                <a:latin typeface="Consolas"/>
              </a:rPr>
              <a:t>triple-fallback params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83279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3832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analyze_logs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383279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answerLogQuestion()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5" y="338327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api/qa.ts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383279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4AD991"/>
                </a:solidFill>
                <a:latin typeface="Consolas"/>
              </a:rPr>
              <a:t>deterministic-first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840479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840479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query_findings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840479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retrieveScoped() + converse()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384047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api/chat.ts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840479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4AD991"/>
                </a:solidFill>
                <a:latin typeface="Consolas"/>
              </a:rPr>
              <a:t>pgvector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TWO INTERACTIONS WORTH KNOWING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09160"/>
            <a:ext cx="1051560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Double-routing guard.</a:t>
            </a:r>
            <a:r>
              <a:rPr sz="1100" b="0">
                <a:solidFill>
                  <a:srgbClr val="A9BCCB"/>
                </a:solidFill>
                <a:latin typeface="Segoe UI"/>
              </a:rPr>
              <a:t> Chat already holds the decision, so it passes </a:t>
            </a:r>
            <a:r>
              <a:rPr sz="1050" b="0">
                <a:solidFill>
                  <a:srgbClr val="35E0C4"/>
                </a:solidFill>
                <a:latin typeface="Consolas"/>
              </a:rPr>
              <a:t>() =&gt; Promise.resolve(route)</a:t>
            </a:r>
            <a:r>
              <a:rPr sz="1100" b="0">
                <a:solidFill>
                  <a:srgbClr val="A9BCCB"/>
                </a:solidFill>
                <a:latin typeface="Segoe UI"/>
              </a:rPr>
              <a:t> instead of the real router — the Simulator agent would otherwise route the message a second time. The </a:t>
            </a:r>
            <a:r>
              <a:rPr sz="1050" b="0">
                <a:solidFill>
                  <a:srgbClr val="35E0C4"/>
                </a:solidFill>
                <a:latin typeface="Consolas"/>
              </a:rPr>
              <a:t>/simulate</a:t>
            </a:r>
            <a:r>
              <a:rPr sz="1100" b="0">
                <a:solidFill>
                  <a:srgbClr val="A9BCCB"/>
                </a:solidFill>
                <a:latin typeface="Segoe UI"/>
              </a:rPr>
              <a:t> endpoint passes the real router.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67528"/>
            <a:ext cx="1051560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Payload passthrough.</a:t>
            </a:r>
            <a:r>
              <a:rPr sz="1100" b="0">
                <a:solidFill>
                  <a:srgbClr val="A9BCCB"/>
                </a:solidFill>
                <a:latin typeface="Segoe UI"/>
              </a:rPr>
              <a:t> invoke_application resolves </a:t>
            </a:r>
            <a:r>
              <a:rPr sz="1050" b="0">
                <a:solidFill>
                  <a:srgbClr val="35E0C4"/>
                </a:solidFill>
                <a:latin typeface="Consolas"/>
              </a:rPr>
              <a:t>request: parameters.request ?? parameters ?? {}</a:t>
            </a:r>
            <a:r>
              <a:rPr sz="1100" b="0">
                <a:solidFill>
                  <a:srgbClr val="A9BCCB"/>
                </a:solidFill>
                <a:latin typeface="Segoe UI"/>
              </a:rPr>
              <a:t> — an unrecognized shape forwards the whole parameters bag as the body.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2 · SIMULATOR-AGENT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Understand → plan → write to sinks.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 SEGMENT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splitInstructions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69164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810512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2 UNDERSTAND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LLM per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9164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810512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3 PLAN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SimulationPlan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4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4616" y="169164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810512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4 GENERATE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169164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169164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1810512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5 WRITE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connector.write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521208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950" b="0">
                <a:solidFill>
                  <a:srgbClr val="35E0C4"/>
                </a:solidFill>
                <a:latin typeface="Consolas"/>
              </a:rPr>
              <a:t>segmentCommands()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deterministic split first; the LLM segments only if that yields one span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13048"/>
            <a:ext cx="521208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950" b="0">
                <a:solidFill>
                  <a:srgbClr val="35E0C4"/>
                </a:solidFill>
                <a:latin typeface="Consolas"/>
              </a:rPr>
              <a:t>understandSimulation()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runs the </a:t>
            </a:r>
            <a:r>
              <a:rPr sz="1000" b="1">
                <a:solidFill>
                  <a:srgbClr val="E6EEF5"/>
                </a:solidFill>
                <a:latin typeface="Segoe UI"/>
              </a:rPr>
              <a:t>target app's own</a:t>
            </a:r>
            <a:r>
              <a:rPr sz="1000" b="0">
                <a:solidFill>
                  <a:srgbClr val="A9BCCB"/>
                </a:solidFill>
                <a:latin typeface="Segoe UI"/>
              </a:rPr>
              <a:t> prompt to read count + correlation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71416"/>
            <a:ext cx="521208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950" b="0">
                <a:solidFill>
                  <a:srgbClr val="35E0C4"/>
                </a:solidFill>
                <a:latin typeface="Consolas"/>
              </a:rPr>
              <a:t>buildSimulateRequest()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count/startId from LLM, regex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29783"/>
            <a:ext cx="521208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950" b="0">
                <a:solidFill>
                  <a:srgbClr val="35E0C4"/>
                </a:solidFill>
                <a:latin typeface="Consolas"/>
              </a:rPr>
              <a:t>parseCount / parseStartId / parseMessageTypes / parseAckStatus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explicit phrasing beats the 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108960"/>
            <a:ext cx="5102352" cy="24231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2735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TWO SIMULATION MODES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3931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35E0C4"/>
                </a:solidFill>
                <a:latin typeface="Consolas"/>
              </a:rPr>
              <a:t>simulate()</a:t>
            </a:r>
            <a:r>
              <a:rPr sz="1050" b="0">
                <a:solidFill>
                  <a:srgbClr val="A9BCCB"/>
                </a:solidFill>
                <a:latin typeface="Segoe UI"/>
              </a:rPr>
              <a:t>  —  generates correlated REQUEST/ACK/RESPONSE sets from samples and writes them to every requested sink.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9884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35E0C4"/>
                </a:solidFill>
                <a:latin typeface="Consolas"/>
              </a:rPr>
              <a:t>simulateVerbatim()</a:t>
            </a:r>
            <a:r>
              <a:rPr sz="1050" b="0">
                <a:solidFill>
                  <a:srgbClr val="A9BCCB"/>
                </a:solidFill>
                <a:latin typeface="Segoe UI"/>
              </a:rPr>
              <a:t>  —  apiflc mode: writes each non-empty line of the pasted sample as its own CloudWatch event, verbatim, to the matched log group.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623560"/>
            <a:ext cx="10543032" cy="59436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623560"/>
            <a:ext cx="10140696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Per-app understanding: </a:t>
            </a:r>
            <a:r>
              <a:rPr sz="1100" b="0">
                <a:solidFill>
                  <a:srgbClr val="A9BCCB"/>
                </a:solidFill>
                <a:latin typeface="Segoe UI"/>
              </a:rPr>
              <a:t>the Simulator does not know any log shape itself — it dispatches to the application's </a:t>
            </a:r>
            <a:r>
              <a:rPr sz="1100" b="0">
                <a:solidFill>
                  <a:srgbClr val="35E0C4"/>
                </a:solidFill>
                <a:latin typeface="Consolas"/>
              </a:rPr>
              <a:t>simulateUnderstandingPromptPath</a:t>
            </a:r>
            <a:r>
              <a:rPr sz="1100" b="0">
                <a:solidFill>
                  <a:srgbClr val="A9BCCB"/>
                </a:solidFill>
                <a:latin typeface="Segoe UI"/>
              </a:rPr>
              <a:t>, which knows its own correlation field (scp: messageId, apiflc: correlationID).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3 · ANALYZE_LOGS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Deterministic first, LLM only if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5E0C4"/>
                </a:solidFill>
                <a:latin typeface="Consolas"/>
              </a:rPr>
              <a:t>answerLogQuestion(message, route) → { answer, logs }</a:t>
            </a:r>
            <a:r>
              <a:rPr sz="1050" b="0">
                <a:solidFill>
                  <a:srgbClr val="6F8496"/>
                </a:solidFill>
                <a:latin typeface="Consolas"/>
              </a:rPr>
              <a:t>   ·   packages/api/src/qa.ts:242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resolveApp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96596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9659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1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pull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196596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9659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084831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3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eventOf → corrIds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196596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19659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2084831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directAnswer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965960"/>
            <a:ext cx="2560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19659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2084831"/>
            <a:ext cx="1655063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LLM 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718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52120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50" b="0">
                <a:solidFill>
                  <a:srgbClr val="A9BCCB"/>
                </a:solidFill>
                <a:latin typeface="Segoe UI"/>
              </a:rPr>
              <a:t>Ids and counts are computed from the parsed logs — </a:t>
            </a:r>
            <a:r>
              <a:rPr sz="1050" b="1">
                <a:solidFill>
                  <a:srgbClr val="E6EEF5"/>
                </a:solidFill>
                <a:latin typeface="Segoe UI"/>
              </a:rPr>
              <a:t>never via the LLM</a:t>
            </a:r>
            <a:r>
              <a:rPr sz="1050" b="0">
                <a:solidFill>
                  <a:srgbClr val="A9BCCB"/>
                </a:solidFill>
                <a:latin typeface="Segoe UI"/>
              </a:rPr>
              <a:t>, so they are always the real ones in the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52120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directAnswer()</a:t>
            </a:r>
            <a:r>
              <a:rPr sz="1050" b="0">
                <a:solidFill>
                  <a:srgbClr val="A9BCCB"/>
                </a:solidFill>
                <a:latin typeface="Segoe UI"/>
              </a:rPr>
              <a:t> returns </a:t>
            </a:r>
            <a:r>
              <a:rPr sz="1000" b="0">
                <a:solidFill>
                  <a:srgbClr val="35E0C4"/>
                </a:solidFill>
                <a:latin typeface="Consolas"/>
              </a:rPr>
              <a:t>null</a:t>
            </a:r>
            <a:r>
              <a:rPr sz="1050" b="0">
                <a:solidFill>
                  <a:srgbClr val="A9BCCB"/>
                </a:solidFill>
                <a:latin typeface="Segoe UI"/>
              </a:rPr>
              <a:t> for open-ended questions, which fall through to a grounded LLM answer.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64024"/>
            <a:ext cx="521208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50" b="0">
                <a:solidFill>
                  <a:srgbClr val="A9BCCB"/>
                </a:solidFill>
                <a:latin typeface="Segoe UI"/>
              </a:rPr>
              <a:t>Protocol-driven: correlation by corrId, phases and success from the app's own TransactionProtocol.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926080"/>
            <a:ext cx="5102352" cy="2651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10">
                <a:solidFill>
                  <a:srgbClr val="35E0C4"/>
                </a:solidFill>
                <a:latin typeface="Consolas"/>
              </a:rPr>
              <a:t>THE AGENT LOADS THE APP'S OWN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5E0C4"/>
                </a:solidFill>
                <a:latin typeface="Consolas"/>
              </a:rPr>
              <a:t>app.assistantPromptPath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840480"/>
            <a:ext cx="91440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84048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E6EEF5"/>
                </a:solidFill>
                <a:latin typeface="Consolas"/>
              </a:rPr>
              <a:t>scp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84048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prompts/apps/scp/qa.md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251960"/>
            <a:ext cx="91440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>
                <a:solidFill>
                  <a:srgbClr val="E6EEF5"/>
                </a:solidFill>
                <a:latin typeface="Consolas"/>
              </a:rPr>
              <a:t>apiflc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25196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prompts/apps/apiflc/qa.md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5488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A9BCCB"/>
                </a:solidFill>
                <a:latin typeface="Segoe UI"/>
              </a:rPr>
              <a:t>apiflc's prompt encodes its own success rule: a REQUEST + matching RESPONSE </a:t>
            </a:r>
            <a:r>
              <a:rPr sz="1000" b="1">
                <a:solidFill>
                  <a:srgbClr val="E6EEF5"/>
                </a:solidFill>
                <a:latin typeface="Segoe UI"/>
              </a:rPr>
              <a:t>is</a:t>
            </a:r>
            <a:r>
              <a:rPr sz="1000" b="0">
                <a:solidFill>
                  <a:srgbClr val="A9BCCB"/>
                </a:solidFill>
                <a:latin typeface="Segoe UI"/>
              </a:rPr>
              <a:t> success — an HTTP status is not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4 · QUERY_FINDINGS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Scoped retrieval — never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 EMBED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Titan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2 SEARCH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pgvector cosine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3 SCOPE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findings +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7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4 ANSWER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converse temp 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THE DESIGN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918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6EEF5"/>
                </a:solidFill>
                <a:latin typeface="Segoe UI"/>
              </a:rPr>
              <a:t>“The chatbot answers only from findings/logs semantically related to the question — never global aggregates.”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042416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50" b="0">
                <a:solidFill>
                  <a:srgbClr val="35E0C4"/>
                </a:solidFill>
                <a:latin typeface="Consolas"/>
              </a:rPr>
              <a:t>retrieveScoped(message)</a:t>
            </a:r>
            <a:r>
              <a:rPr sz="1100" b="0">
                <a:solidFill>
                  <a:srgbClr val="A9BCCB"/>
                </a:solidFill>
                <a:latin typeface="Segoe UI"/>
              </a:rPr>
              <a:t> embeds the question, runs an </a:t>
            </a:r>
            <a:r>
              <a:rPr sz="1050" b="0">
                <a:solidFill>
                  <a:srgbClr val="35E0C4"/>
                </a:solidFill>
                <a:latin typeface="Consolas"/>
              </a:rPr>
              <a:t>ivfflat cosine</a:t>
            </a:r>
            <a:r>
              <a:rPr sz="1100" b="0">
                <a:solidFill>
                  <a:srgbClr val="A9BCCB"/>
                </a:solidFill>
                <a:latin typeface="Segoe UI"/>
              </a:rPr>
              <a:t> search over </a:t>
            </a:r>
            <a:r>
              <a:rPr sz="1050" b="0">
                <a:solidFill>
                  <a:srgbClr val="35E0C4"/>
                </a:solidFill>
                <a:latin typeface="Consolas"/>
              </a:rPr>
              <a:t>findings.embedding</a:t>
            </a:r>
            <a:r>
              <a:rPr sz="1100" b="0">
                <a:solidFill>
                  <a:srgbClr val="A9BCCB"/>
                </a:solidFill>
                <a:latin typeface="Segoe UI"/>
              </a:rPr>
              <a:t> and </a:t>
            </a:r>
            <a:r>
              <a:rPr sz="1050" b="0">
                <a:solidFill>
                  <a:srgbClr val="35E0C4"/>
                </a:solidFill>
                <a:latin typeface="Consolas"/>
              </a:rPr>
              <a:t>parsed_logs.embedding</a:t>
            </a:r>
            <a:r>
              <a:rPr sz="1100" b="0">
                <a:solidFill>
                  <a:srgbClr val="A9BCCB"/>
                </a:solidFill>
                <a:latin typeface="Segoe UI"/>
              </a:rPr>
              <a:t> (vector 1024), and returns only those rows as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64607"/>
            <a:ext cx="1042416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0">
                <a:solidFill>
                  <a:srgbClr val="A9BCCB"/>
                </a:solidFill>
                <a:latin typeface="Segoe UI"/>
              </a:rPr>
              <a:t>The answer is generated by </a:t>
            </a:r>
            <a:r>
              <a:rPr sz="1050" b="0">
                <a:solidFill>
                  <a:srgbClr val="35E0C4"/>
                </a:solidFill>
                <a:latin typeface="Consolas"/>
              </a:rPr>
              <a:t>converse()</a:t>
            </a:r>
            <a:r>
              <a:rPr sz="1100" b="0">
                <a:solidFill>
                  <a:srgbClr val="A9BCCB"/>
                </a:solidFill>
                <a:latin typeface="Segoe UI"/>
              </a:rPr>
              <a:t> with </a:t>
            </a:r>
            <a:r>
              <a:rPr sz="1050" b="0">
                <a:solidFill>
                  <a:srgbClr val="35E0C4"/>
                </a:solidFill>
                <a:latin typeface="Consolas"/>
              </a:rPr>
              <a:t>prompts/api/chat.md</a:t>
            </a:r>
            <a:r>
              <a:rPr sz="1100" b="0">
                <a:solidFill>
                  <a:srgbClr val="A9BCCB"/>
                </a:solidFill>
                <a:latin typeface="Segoe UI"/>
              </a:rPr>
              <a:t> at temperature 0.2, grounded in that context — and the UI shows what it was grounded 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22975"/>
            <a:ext cx="1042416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0">
                <a:solidFill>
                  <a:srgbClr val="A9BCCB"/>
                </a:solidFill>
                <a:latin typeface="Segoe UI"/>
              </a:rPr>
              <a:t>Finding embeddings are on by default; log embeddings are opt-in per source (</a:t>
            </a:r>
            <a:r>
              <a:rPr sz="1050" b="0">
                <a:solidFill>
                  <a:srgbClr val="35E0C4"/>
                </a:solidFill>
                <a:latin typeface="Consolas"/>
              </a:rPr>
              <a:t>embedLogs</a:t>
            </a:r>
            <a:r>
              <a:rPr sz="1100" b="0">
                <a:solidFill>
                  <a:srgbClr val="A9BCCB"/>
                </a:solidFill>
                <a:latin typeface="Segoe UI"/>
              </a:rPr>
              <a:t>, not enabled by the poller).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5 · SCP-AGENT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The only agent that leaves the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InvokeAppRequest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resolve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3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HTTP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783080"/>
            <a:ext cx="274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7830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7" y="1901952"/>
            <a:ext cx="21579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InvokeAppResult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5138928" cy="23774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54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20">
                <a:solidFill>
                  <a:srgbClr val="35E0C4"/>
                </a:solidFill>
                <a:latin typeface="Consolas"/>
              </a:rPr>
              <a:t>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9300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application: string  // default 'scp'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6732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url?: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04164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request: Record&lt;string, unknown&gt;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file?: AttachedFile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0916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BCCB"/>
                </a:solidFill>
                <a:latin typeface="Segoe UI"/>
              </a:rPr>
              <a:t>Endpoint resolved from </a:t>
            </a:r>
            <a:r>
              <a:rPr sz="1000" b="0">
                <a:solidFill>
                  <a:srgbClr val="35E0C4"/>
                </a:solidFill>
                <a:latin typeface="Consolas"/>
              </a:rPr>
              <a:t>APP_ENDPOINTS_JSON</a:t>
            </a:r>
            <a:r>
              <a:rPr sz="100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2971800"/>
            <a:ext cx="5138928" cy="23774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154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20">
                <a:solidFill>
                  <a:srgbClr val="35E0C4"/>
                </a:solidFill>
                <a:latin typeface="Consola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9300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application: string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76732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status: int        // HTTP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04164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response: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31596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latencyMs: 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70916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9BCCB"/>
                </a:solidFill>
                <a:latin typeface="Segoe UI"/>
              </a:rPr>
              <a:t>Reachable from chat, the /scp page, and the action-group Lambda.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57784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577840"/>
            <a:ext cx="10140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This is the one capability that is BOTH a live in-process handler and a provisioned Bedrock collaborator with an action group.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INGEST PATH · THE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What runs every five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5E0C4"/>
                </a:solidFill>
                <a:latin typeface="Consolas"/>
              </a:rPr>
              <a:t>rate(5 minutes)</a:t>
            </a:r>
            <a:r>
              <a:rPr sz="1100" b="0">
                <a:solidFill>
                  <a:srgbClr val="6F8496"/>
                </a:solidFill>
                <a:latin typeface="Consolas"/>
              </a:rPr>
              <a:t>  →  </a:t>
            </a:r>
            <a:r>
              <a:rPr sz="1150" b="1">
                <a:solidFill>
                  <a:srgbClr val="E6EEF5"/>
                </a:solidFill>
                <a:latin typeface="Consolas"/>
              </a:rPr>
              <a:t>analyzeAllSources({ windowMinutes: 5 })</a:t>
            </a:r>
            <a:r>
              <a:rPr sz="1050" b="0">
                <a:solidFill>
                  <a:srgbClr val="6F8496"/>
                </a:solidFill>
                <a:latin typeface="Consolas"/>
              </a:rPr>
              <a:t>   ·   packages/ingestion/src/ingestPoller.ts:40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prune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05740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older than FINDINGS_HISTORY_TTL_MINUTES (1440)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2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79192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pull every source in 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79192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connector.pull({ since, limit: 5000 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00984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00984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00984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dispatchAgentic() per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300984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parse → persist → scoreAndLearn → planAgentUnits → runPool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22776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22776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advanceAgents() — ONCE, ALWAYS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922776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even on an empty poll, so timeouts still fire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44568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44568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44568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per-application rollup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544568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parsed / findings / spawned / advanced / closed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166359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59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166359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Segoe UI"/>
              </a:rPr>
              <a:t>insertPollerRun()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166359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9BCCB"/>
                </a:solidFill>
                <a:latin typeface="Consolas"/>
              </a:rPr>
              <a:t>bookkeeping — never fails the poll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5216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5852160"/>
            <a:ext cx="10140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Ordering invariant:  </a:t>
            </a:r>
            <a:r>
              <a:rPr sz="1100" b="0">
                <a:solidFill>
                  <a:srgbClr val="A9BCCB"/>
                </a:solidFill>
                <a:latin typeface="Segoe UI"/>
              </a:rPr>
              <a:t>all sources finish dispatchAgentic before the single advanceAgents — so the lifecycle sees every source's REQUEST/ACK/RESPONSE in one pass and a cross-source transaction can't spawn twice.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ENGINE 1 · FINDING-AGENTS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One agent per signature, not per 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5E0C4"/>
                </a:solidFill>
                <a:latin typeface="Consolas"/>
              </a:rPr>
              <a:t>planAgentUnits(parsed, opts) → AgentUnit[]</a:t>
            </a:r>
            <a:r>
              <a:rPr sz="1100" b="0">
                <a:solidFill>
                  <a:srgbClr val="6F8496"/>
                </a:solidFill>
                <a:latin typeface="Segoe UI"/>
              </a:rPr>
              <a:t>   ·   pure, unit-testable spawn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38928" cy="1691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5E0C4"/>
                </a:solidFill>
                <a:latin typeface="Consolas"/>
              </a:rPr>
              <a:t>kind: 'error'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One unit per </a:t>
            </a:r>
            <a:r>
              <a:rPr sz="1050" b="0">
                <a:solidFill>
                  <a:srgbClr val="35E0C4"/>
                </a:solidFill>
                <a:latin typeface="Consolas"/>
              </a:rPr>
              <a:t>(category, fingerprint)</a:t>
            </a:r>
            <a:r>
              <a:rPr sz="1050" b="0">
                <a:solidFill>
                  <a:srgbClr val="A9BCCB"/>
                </a:solidFill>
                <a:latin typeface="Segoe UI"/>
              </a:rPr>
              <a:t> group from detectLogAnomalies — the regex taxonomy: http_5xx, auth, rate_limit, timeout, connection, dependency, latency, crash, exception…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965960"/>
            <a:ext cx="5138928" cy="16916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1488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5E0C4"/>
                </a:solidFill>
                <a:latin typeface="Consolas"/>
              </a:rPr>
              <a:t>kind: 'correlation'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87168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One unit per correlate() cluster, filtered to </a:t>
            </a:r>
            <a:r>
              <a:rPr sz="1050" b="0">
                <a:solidFill>
                  <a:srgbClr val="35E0C4"/>
                </a:solidFill>
                <a:latin typeface="Consolas"/>
              </a:rPr>
              <a:t>sources.length &gt;= 2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cross-source only. Grouped by shared strong entity (requestId, uuid, ip, host, service).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10543032" cy="50292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94760"/>
            <a:ext cx="101406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Transactions are NOT here.</a:t>
            </a:r>
            <a:r>
              <a:rPr sz="1100" b="0">
                <a:solidFill>
                  <a:srgbClr val="A9BCCB"/>
                </a:solidFill>
                <a:latin typeface="Segoe UI"/>
              </a:rPr>
              <a:t>  Transaction logs are explicitly skipped and flow through the lifecycle engine instead (slide 15).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BOUNDS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937760"/>
            <a:ext cx="2430018" cy="9144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47488"/>
            <a:ext cx="21556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80">
                <a:solidFill>
                  <a:srgbClr val="6F8496"/>
                </a:solidFill>
                <a:latin typeface="Consolas"/>
              </a:rPr>
              <a:t>INGEST_MAX_AGENTS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03520"/>
            <a:ext cx="21556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5E0C4"/>
                </a:solidFill>
                <a:latin typeface="Consolas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96128"/>
            <a:ext cx="215569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units per poll (slice)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7297" y="4937760"/>
            <a:ext cx="2430018" cy="9144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4457" y="5047488"/>
            <a:ext cx="21556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80">
                <a:solidFill>
                  <a:srgbClr val="6F8496"/>
                </a:solidFill>
                <a:latin typeface="Consolas"/>
              </a:rPr>
              <a:t>INGEST_AGENT_CONCURRENCY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4457" y="5303520"/>
            <a:ext cx="21556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5E0C4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4457" y="5596128"/>
            <a:ext cx="215569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runPool workers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4937760"/>
            <a:ext cx="2430018" cy="9144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5047488"/>
            <a:ext cx="21556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80">
                <a:solidFill>
                  <a:srgbClr val="6F8496"/>
                </a:solidFill>
                <a:latin typeface="Consolas"/>
              </a:rPr>
              <a:t>DEDUP_WINDOW_MS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5303520"/>
            <a:ext cx="21556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5E0C4"/>
                </a:solidFill>
                <a:latin typeface="Consolas"/>
              </a:rPr>
              <a:t>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5596128"/>
            <a:ext cx="215569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fingerprint dedup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5974" y="4937760"/>
            <a:ext cx="2430018" cy="9144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3134" y="5047488"/>
            <a:ext cx="21556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80">
                <a:solidFill>
                  <a:srgbClr val="6F8496"/>
                </a:solidFill>
                <a:latin typeface="Consolas"/>
              </a:rPr>
              <a:t>renderLogs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3134" y="5303520"/>
            <a:ext cx="21556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5E0C4"/>
                </a:solidFill>
                <a:latin typeface="Consolas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3134" y="5596128"/>
            <a:ext cx="215569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logs sent to the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ENGINE 1 · AGENT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runAgent — claim, dedup, reason, persist.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BCCB"/>
                </a:solidFill>
                <a:latin typeface="Segoe UI"/>
              </a:rPr>
              <a:t>“Never throws.”</a:t>
            </a:r>
            <a:r>
              <a:rPr sz="1050" b="0">
                <a:solidFill>
                  <a:srgbClr val="6F8496"/>
                </a:solidFill>
                <a:latin typeface="Consolas"/>
              </a:rPr>
              <a:t>   ·   packages/agents/dynamic/analysis/src/agentic.ts:94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 CLAIM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in-memory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96596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96596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1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2 DEDUP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DB fingerprint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196596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96596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084831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3 REASON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Bedrock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8584" y="196596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196596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4344" y="2084831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4 PERSIST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insertFinding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965960"/>
            <a:ext cx="256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196596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2084831"/>
            <a:ext cx="1655063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5 ALERT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high |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AGENT OUTCOME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83280"/>
            <a:ext cx="3331464" cy="9601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383280"/>
            <a:ext cx="50292" cy="96012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3520440"/>
            <a:ext cx="2919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D991"/>
                </a:solidFill>
                <a:latin typeface="Consolas"/>
              </a:rPr>
              <a:t>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3822191"/>
            <a:ext cx="2919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reasoned a cluster into a persisted Finding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8744" y="3383280"/>
            <a:ext cx="3331464" cy="9601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8744" y="3383280"/>
            <a:ext cx="50292" cy="9601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8200" y="3520440"/>
            <a:ext cx="2919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2C94C"/>
                </a:solidFill>
                <a:latin typeface="Consolas"/>
              </a:rPr>
              <a:t>duplicate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200" y="3822191"/>
            <a:ext cx="2919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same fingerprint already claimed, or seen in the last 30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4527" y="3383280"/>
            <a:ext cx="3331464" cy="9601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4527" y="3383280"/>
            <a:ext cx="50292" cy="960120"/>
          </a:xfrm>
          <a:prstGeom prst="rect">
            <a:avLst/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3983" y="3520440"/>
            <a:ext cx="2919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5D6C"/>
                </a:solidFill>
                <a:latin typeface="Consolas"/>
              </a:rPr>
              <a:t>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3983" y="3822191"/>
            <a:ext cx="29199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the agent threw; the message is captured, the poll continues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720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ALERTING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9377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0">
                <a:solidFill>
                  <a:srgbClr val="A9BCCB"/>
                </a:solidFill>
                <a:latin typeface="Segoe UI"/>
              </a:rPr>
              <a:t>An alert row is inserted only when severity ∈ </a:t>
            </a:r>
            <a:r>
              <a:rPr sz="1050" b="0">
                <a:solidFill>
                  <a:srgbClr val="35E0C4"/>
                </a:solidFill>
                <a:latin typeface="Consolas"/>
              </a:rPr>
              <a:t>['high','critical']</a:t>
            </a:r>
            <a:r>
              <a:rPr sz="1100" b="0">
                <a:solidFill>
                  <a:srgbClr val="A9BCCB"/>
                </a:solidFill>
                <a:latin typeface="Segoe UI"/>
              </a:rPr>
              <a:t> — channel </a:t>
            </a:r>
            <a:r>
              <a:rPr sz="1050" b="0">
                <a:solidFill>
                  <a:srgbClr val="35E0C4"/>
                </a:solidFill>
                <a:latin typeface="Consolas"/>
              </a:rPr>
              <a:t>dashboard</a:t>
            </a:r>
            <a:r>
              <a:rPr sz="1100" b="0">
                <a:solidFill>
                  <a:srgbClr val="A9BCCB"/>
                </a:solidFill>
                <a:latin typeface="Segoe UI"/>
              </a:rPr>
              <a:t>, status </a:t>
            </a:r>
            <a:r>
              <a:rPr sz="1050" b="0">
                <a:solidFill>
                  <a:srgbClr val="35E0C4"/>
                </a:solidFill>
                <a:latin typeface="Consolas"/>
              </a:rPr>
              <a:t>pending</a:t>
            </a:r>
            <a:r>
              <a:rPr sz="110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864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0">
                <a:solidFill>
                  <a:srgbClr val="A9BCCB"/>
                </a:solidFill>
                <a:latin typeface="Segoe UI"/>
              </a:rPr>
              <a:t>Dedup is two-layer: an in-memory claim set within the poll, then </a:t>
            </a:r>
            <a:r>
              <a:rPr sz="1050" b="0">
                <a:solidFill>
                  <a:srgbClr val="35E0C4"/>
                </a:solidFill>
                <a:latin typeface="Consolas"/>
              </a:rPr>
              <a:t>findingExistsByFingerprint(key, now - 30min)</a:t>
            </a:r>
            <a:r>
              <a:rPr sz="1100" b="0">
                <a:solidFill>
                  <a:srgbClr val="A9BCCB"/>
                </a:solidFill>
                <a:latin typeface="Segoe UI"/>
              </a:rPr>
              <a:t> against the DB.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ENGINE 1 · THE LLM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reasonAboutCluster — the only Bedrock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20">
                <a:solidFill>
                  <a:srgbClr val="35E0C4"/>
                </a:solidFill>
                <a:latin typeface="Consolas"/>
              </a:rPr>
              <a:t>SENT TO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Correlation key: ${cluster.key}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Reason: ${cluster.reason}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52344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Sources: ${cluster.sources}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08376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Statistical context: ${stat}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6440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Logs: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764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[ts] (source/stream) LEVEL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32504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… up to 40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6F8496"/>
                </a:solidFill>
                <a:latin typeface="Consolas"/>
              </a:rPr>
              <a:t>system: </a:t>
            </a:r>
            <a:r>
              <a:rPr sz="1000" b="0">
                <a:solidFill>
                  <a:srgbClr val="35E0C4"/>
                </a:solidFill>
                <a:latin typeface="Consolas"/>
              </a:rPr>
              <a:t>prompts/analysis/reason.md</a:t>
            </a:r>
            <a:r>
              <a:rPr sz="1000" b="0">
                <a:solidFill>
                  <a:srgbClr val="A9BCCB"/>
                </a:solidFill>
                <a:latin typeface="Segoe UI"/>
              </a:rPr>
              <a:t>  —  “Use ONLY facts that literally appear in the provided log lines.” temp 0.1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91640"/>
            <a:ext cx="4873752" cy="393192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87451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20">
                <a:solidFill>
                  <a:srgbClr val="35E0C4"/>
                </a:solidFill>
                <a:latin typeface="Consolas"/>
              </a:rPr>
              <a:t>RETURNED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kind         reasoning | 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96312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severity     info …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75234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title        one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08376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summary      grounded prose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6440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confidence   clamped 0..1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2044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reasoning[]  the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76472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recommendations[]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0325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evidence[]   first 10 logs, 800 chars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288536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fingerprint  cluster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4456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embedding    Titan v2 (1024d)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6072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760720"/>
            <a:ext cx="10140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Reality check:  </a:t>
            </a:r>
            <a:r>
              <a:rPr sz="1100" b="0">
                <a:solidFill>
                  <a:srgbClr val="A9BCCB"/>
                </a:solidFill>
                <a:latin typeface="Segoe UI"/>
              </a:rPr>
              <a:t>runAgent calls reasonAboutCluster </a:t>
            </a:r>
            <a:r>
              <a:rPr sz="1100" b="1">
                <a:solidFill>
                  <a:srgbClr val="E6EEF5"/>
                </a:solidFill>
                <a:latin typeface="Segoe UI"/>
              </a:rPr>
              <a:t>without</a:t>
            </a:r>
            <a:r>
              <a:rPr sz="1100" b="0">
                <a:solidFill>
                  <a:srgbClr val="A9BCCB"/>
                </a:solidFill>
                <a:latin typeface="Segoe UI"/>
              </a:rPr>
              <a:t> the anomaly context, so “Statistical context” is always “No statistical baseline available.”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ENGINE 2 · LIFECYCLE-AGENTS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One agent per transaction, four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7780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5E0C4"/>
                </a:solidFill>
                <a:latin typeface="Consolas"/>
              </a:rPr>
              <a:t>awaiting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6F8496"/>
                </a:solidFill>
                <a:latin typeface="Segoe UI"/>
              </a:rPr>
              <a:t>the only active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F8496"/>
                </a:solidFill>
                <a:latin typeface="Segoe UI"/>
              </a:rPr>
              <a:t>spawned on </a:t>
            </a:r>
            <a:r>
              <a:rPr sz="900" b="0">
                <a:solidFill>
                  <a:srgbClr val="35E0C4"/>
                </a:solidFill>
                <a:latin typeface="Consolas"/>
              </a:rPr>
              <a:t>initial</a:t>
            </a:r>
            <a:r>
              <a:rPr sz="900" b="0">
                <a:solidFill>
                  <a:srgbClr val="6F8496"/>
                </a:solidFill>
                <a:latin typeface="Segoe UI"/>
              </a:rPr>
              <a:t>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9BCCB"/>
                </a:solidFill>
                <a:latin typeface="Consolas"/>
              </a:rPr>
              <a:t>↺  advance — phase ok, more remain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028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9202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24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92024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AD991"/>
                </a:solidFill>
                <a:latin typeface="Consolas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F8496"/>
                </a:solidFill>
                <a:latin typeface="Segoe UI"/>
              </a:rPr>
              <a:t>all phases received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202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240">
            <a:solidFill>
              <a:srgbClr val="FF5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5D6C"/>
                </a:solidFill>
                <a:latin typeface="Consolas"/>
              </a:rPr>
              <a:t>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F8496"/>
                </a:solidFill>
                <a:latin typeface="Segoe UI"/>
              </a:rPr>
              <a:t>a phase carried a failure ackCode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9202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24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92024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9D47"/>
                </a:solidFill>
                <a:latin typeface="Consolas"/>
              </a:rPr>
              <a:t>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F8496"/>
                </a:solidFill>
                <a:latin typeface="Segoe UI"/>
              </a:rPr>
              <a:t>timed out awaiting a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F8496"/>
                </a:solidFill>
                <a:latin typeface="Segoe UI"/>
              </a:rPr>
              <a:t>TERMINAL IS IMMUTABLE — further events are ignored, so overlapping windows can't resurrect a closed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8862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FROM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38862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88620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886200"/>
            <a:ext cx="27706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EFFECT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51960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251960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4251960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251960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any recognized event, unknown corrId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4251960"/>
            <a:ext cx="27706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sets waitingFor = phases[0]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54296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4654296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8336" y="4654296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654296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phase ok, phases remain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4654296"/>
            <a:ext cx="27706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advanced++, waitingFor = next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056632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056632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8336" y="5056632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completed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056632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no phases left without a timestamp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5056632"/>
            <a:ext cx="27706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no Finding is minted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458968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" y="5458968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5458968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5D6C"/>
                </a:solidFill>
                <a:latin typeface="Consolas"/>
              </a:rPr>
              <a:t>failed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5458968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ackCode fails proto.isSuccess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5458968"/>
            <a:ext cx="27706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Finding, severity 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861304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5861304"/>
            <a:ext cx="1554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awaiting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8336" y="5861304"/>
            <a:ext cx="1645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9D47"/>
                </a:solidFill>
                <a:latin typeface="Consolas"/>
              </a:rPr>
              <a:t>error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7136" y="5861304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now − last phase &gt; timeoutMs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5861304"/>
            <a:ext cx="27706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Finding, severity 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ENGINE 2 ·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advanceAgents — the stateful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agentEvents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737360"/>
            <a:ext cx="182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load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1737360"/>
            <a:ext cx="182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3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stepAgents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1737360"/>
            <a:ext cx="182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upsertAgents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1737360"/>
            <a:ext cx="182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35E0C4"/>
                </a:solidFill>
                <a:latin typeface="Consolas"/>
              </a:rPr>
              <a:t>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mint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737360"/>
            <a:ext cx="182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37360"/>
            <a:ext cx="1572768" cy="749808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1856231"/>
            <a:ext cx="1353312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 b="0" spc="110">
                <a:solidFill>
                  <a:srgbClr val="6F8496"/>
                </a:solidFill>
                <a:latin typeface="Consolas"/>
              </a:rPr>
              <a:t>6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E6EEF5"/>
                </a:solidFill>
                <a:latin typeface="Consolas"/>
              </a:rPr>
              <a:t>prune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PRECISE SEMANTICS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5212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A9BCCB"/>
                </a:solidFill>
                <a:latin typeface="Segoe UI"/>
              </a:rPr>
              <a:t>The </a:t>
            </a:r>
            <a:r>
              <a:rPr sz="950" b="0">
                <a:solidFill>
                  <a:srgbClr val="35E0C4"/>
                </a:solidFill>
                <a:latin typeface="Consolas"/>
              </a:rPr>
              <a:t>initial</a:t>
            </a:r>
            <a:r>
              <a:rPr sz="1000" b="0">
                <a:solidFill>
                  <a:srgbClr val="A9BCCB"/>
                </a:solidFill>
                <a:latin typeface="Segoe UI"/>
              </a:rPr>
              <a:t> phase only records a timestamp — it never drives the machine.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85615"/>
            <a:ext cx="5212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A9BCCB"/>
                </a:solidFill>
                <a:latin typeface="Segoe UI"/>
              </a:rPr>
              <a:t>Completion tests </a:t>
            </a:r>
            <a:r>
              <a:rPr sz="950" b="0">
                <a:solidFill>
                  <a:srgbClr val="35E0C4"/>
                </a:solidFill>
                <a:latin typeface="Consolas"/>
              </a:rPr>
              <a:t>phases</a:t>
            </a:r>
            <a:r>
              <a:rPr sz="1000" b="0">
                <a:solidFill>
                  <a:srgbClr val="A9BCCB"/>
                </a:solidFill>
                <a:latin typeface="Segoe UI"/>
              </a:rPr>
              <a:t> (post-initial), not </a:t>
            </a:r>
            <a:r>
              <a:rPr sz="950" b="0">
                <a:solidFill>
                  <a:srgbClr val="35E0C4"/>
                </a:solidFill>
                <a:latin typeface="Consolas"/>
              </a:rPr>
              <a:t>allPhases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an scp agent completes on ACK+RESPONSE even if the REQUEST aged 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62272"/>
            <a:ext cx="5212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A9BCCB"/>
                </a:solidFill>
                <a:latin typeface="Segoe UI"/>
              </a:rPr>
              <a:t>ackCode is </a:t>
            </a:r>
            <a:r>
              <a:rPr sz="1000" b="1">
                <a:solidFill>
                  <a:srgbClr val="E6EEF5"/>
                </a:solidFill>
                <a:latin typeface="Segoe UI"/>
              </a:rPr>
              <a:t>sticky-latest</a:t>
            </a:r>
            <a:r>
              <a:rPr sz="1000" b="0">
                <a:solidFill>
                  <a:srgbClr val="A9BCCB"/>
                </a:solidFill>
                <a:latin typeface="Segoe UI"/>
              </a:rPr>
              <a:t> — overwritten by each event that carries one; a failing one closes immediately.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8"/>
            <a:ext cx="5212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A9BCCB"/>
                </a:solidFill>
                <a:latin typeface="Segoe UI"/>
              </a:rPr>
              <a:t>Only </a:t>
            </a:r>
            <a:r>
              <a:rPr sz="950" b="0">
                <a:solidFill>
                  <a:srgbClr val="35E0C4"/>
                </a:solidFill>
                <a:latin typeface="Consolas"/>
              </a:rPr>
              <a:t>failed</a:t>
            </a:r>
            <a:r>
              <a:rPr sz="1000" b="0">
                <a:solidFill>
                  <a:srgbClr val="A9BCCB"/>
                </a:solidFill>
                <a:latin typeface="Segoe UI"/>
              </a:rPr>
              <a:t> and </a:t>
            </a:r>
            <a:r>
              <a:rPr sz="950" b="0">
                <a:solidFill>
                  <a:srgbClr val="35E0C4"/>
                </a:solidFill>
                <a:latin typeface="Consolas"/>
              </a:rPr>
              <a:t>error</a:t>
            </a:r>
            <a:r>
              <a:rPr sz="1000" b="0">
                <a:solidFill>
                  <a:srgbClr val="A9BCCB"/>
                </a:solidFill>
                <a:latin typeface="Segoe UI"/>
              </a:rPr>
              <a:t> mint a Finding, and only on the transition. </a:t>
            </a:r>
            <a:r>
              <a:rPr sz="1000" b="1">
                <a:solidFill>
                  <a:srgbClr val="E6EEF5"/>
                </a:solidFill>
                <a:latin typeface="Segoe UI"/>
              </a:rPr>
              <a:t>completed never does.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697480"/>
            <a:ext cx="5102352" cy="28803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803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THE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Measured from the </a:t>
            </a:r>
            <a:r>
              <a:rPr sz="1050" b="1">
                <a:solidFill>
                  <a:srgbClr val="E6EEF5"/>
                </a:solidFill>
                <a:latin typeface="Segoe UI"/>
              </a:rPr>
              <a:t>last phase activity</a:t>
            </a:r>
            <a:r>
              <a:rPr sz="1050" b="0">
                <a:solidFill>
                  <a:srgbClr val="A9BCCB"/>
                </a:solidFill>
                <a:latin typeface="Segoe UI"/>
              </a:rPr>
              <a:t>, not from spawn — each new phase resets the clock.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069080"/>
            <a:ext cx="420624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35E0C4"/>
                </a:solidFill>
                <a:latin typeface="Consolas"/>
              </a:rPr>
              <a:t>INGEST_AGENT_TIMEOUT_MINUTES =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The sweep runs over every active agent each poll, so </a:t>
            </a:r>
            <a:r>
              <a:rPr sz="1050" b="1">
                <a:solidFill>
                  <a:srgbClr val="E6EEF5"/>
                </a:solidFill>
                <a:latin typeface="Segoe UI"/>
              </a:rPr>
              <a:t>timeouts fire on idle polls</a:t>
            </a:r>
            <a:r>
              <a:rPr sz="1050" b="0">
                <a:solidFill>
                  <a:srgbClr val="A9BCCB"/>
                </a:solidFill>
                <a:latin typeface="Segoe UI"/>
              </a:rPr>
              <a:t> with zero new logs. An agent can even spawn and close 'error' in the same step.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6072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5760720"/>
            <a:ext cx="10140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6EEF5"/>
                </a:solidFill>
                <a:latin typeface="Segoe UI"/>
              </a:rPr>
              <a:t>agentFinding() is deterministic — no LLM.</a:t>
            </a:r>
            <a:r>
              <a:rPr sz="1100" b="0">
                <a:solidFill>
                  <a:srgbClr val="A9BCCB"/>
                </a:solidFill>
                <a:latin typeface="Segoe UI"/>
              </a:rPr>
              <a:t>  confidence 0.9, fingerprint </a:t>
            </a:r>
            <a:r>
              <a:rPr sz="1100" b="0">
                <a:solidFill>
                  <a:srgbClr val="35E0C4"/>
                </a:solidFill>
                <a:latin typeface="Consolas"/>
              </a:rPr>
              <a:t>tx:${messageId}</a:t>
            </a:r>
            <a:r>
              <a:rPr sz="1100" b="0">
                <a:solidFill>
                  <a:srgbClr val="A9BCCB"/>
                </a:solidFill>
                <a:latin typeface="Segoe UI"/>
              </a:rPr>
              <a:t>, metadata carries phases + phaseTs + ackCode + waitingFor.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WHAT AGENTS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TransactionProtocol — the app's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A9BCCB"/>
                </a:solidFill>
                <a:latin typeface="Segoe UI"/>
              </a:rPr>
              <a:t>The lifecycle engine is generic. Every app-specific rule lives behind this interface — which is why onboarding an app never touches the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5138928" cy="150876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21408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5E0C4"/>
                </a:solidFill>
                <a:latin typeface="Consolas"/>
              </a:rPr>
              <a:t>interface TransactionProtocol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95144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id: string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68879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initial: string      // spawns an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42615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phases: string[]     // AFTER initial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16351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allPhases: string[]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7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eventOf(log): TxEvent | undefined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63823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isSuccess(ackCode?): 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337559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01168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01168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0116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SCP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01168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APIFLC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37744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37744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6F8496"/>
                </a:solidFill>
                <a:latin typeface="Consolas"/>
              </a:rPr>
              <a:t>initial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E6EEF5"/>
                </a:solidFill>
                <a:latin typeface="Consolas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37744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E6EEF5"/>
                </a:solidFill>
                <a:latin typeface="Consolas"/>
              </a:rPr>
              <a:t>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274320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274320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6F8496"/>
                </a:solidFill>
                <a:latin typeface="Consolas"/>
              </a:rPr>
              <a:t>phases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4320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35E0C4"/>
                </a:solidFill>
                <a:latin typeface="Consolas"/>
              </a:rPr>
              <a:t>ACK,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4320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35E0C4"/>
                </a:solidFill>
                <a:latin typeface="Consolas"/>
              </a:rPr>
              <a:t>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310896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10896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6F8496"/>
                </a:solidFill>
                <a:latin typeface="Consolas"/>
              </a:rPr>
              <a:t>correlation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1089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messageId → initMessageId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10896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correlationID (shared)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7064" y="347472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347472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6F8496"/>
                </a:solidFill>
                <a:latin typeface="Consolas"/>
              </a:rPr>
              <a:t>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4747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messageId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47472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correlationID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3840480"/>
            <a:ext cx="5138928" cy="36576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3840480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6F8496"/>
                </a:solidFill>
                <a:latin typeface="Consolas"/>
              </a:rPr>
              <a:t>isSuccess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8404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OK|SUCCESS|ACCEPTED…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840480"/>
            <a:ext cx="1527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A9BCCB"/>
                </a:solidFill>
                <a:latin typeface="Consolas"/>
              </a:rPr>
              <a:t>HTTP &lt; 400, or ok|success…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794760"/>
            <a:ext cx="5138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ASYMMETRIC vs SYMMETRIC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160520"/>
            <a:ext cx="51389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scp is asymmetric: the REQUEST carries the id as </a:t>
            </a:r>
            <a:r>
              <a:rPr sz="1050" b="0">
                <a:solidFill>
                  <a:srgbClr val="35E0C4"/>
                </a:solidFill>
                <a:latin typeface="Consolas"/>
              </a:rPr>
              <a:t>&lt;messageId&gt;</a:t>
            </a:r>
            <a:r>
              <a:rPr sz="1050" b="0">
                <a:solidFill>
                  <a:srgbClr val="A9BCCB"/>
                </a:solidFill>
                <a:latin typeface="Segoe UI"/>
              </a:rPr>
              <a:t>, its ACK/RESPONSE carry it as </a:t>
            </a:r>
            <a:r>
              <a:rPr sz="1050" b="0">
                <a:solidFill>
                  <a:srgbClr val="35E0C4"/>
                </a:solidFill>
                <a:latin typeface="Consolas"/>
              </a:rPr>
              <a:t>&lt;initMessageId&gt;</a:t>
            </a:r>
            <a:r>
              <a:rPr sz="1050" b="0">
                <a:solidFill>
                  <a:srgbClr val="A9BCCB"/>
                </a:solidFill>
                <a:latin typeface="Segoe UI"/>
              </a:rPr>
              <a:t>. apiflc shares one correlationID across both.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7064" y="3794760"/>
            <a:ext cx="5138928" cy="137160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1" y="3794760"/>
            <a:ext cx="4736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9D47"/>
                </a:solidFill>
                <a:latin typeface="Consolas"/>
              </a:rPr>
              <a:t>Deliberate exclusion: </a:t>
            </a:r>
            <a:r>
              <a:rPr sz="1050" b="0">
                <a:solidFill>
                  <a:srgbClr val="A9BCCB"/>
                </a:solidFill>
                <a:latin typeface="Segoe UI"/>
              </a:rPr>
              <a:t>apiflc's API-Gateway execution logs are keyed by gateway requestId, not the business correlationID — wiring them in would make one call spawn </a:t>
            </a:r>
            <a:r>
              <a:rPr sz="1050" b="1">
                <a:solidFill>
                  <a:srgbClr val="E6EEF5"/>
                </a:solidFill>
                <a:latin typeface="Segoe UI"/>
              </a:rPr>
              <a:t>two agents</a:t>
            </a:r>
            <a:r>
              <a:rPr sz="105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34924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5349240"/>
            <a:ext cx="101406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Naming trap:  </a:t>
            </a:r>
            <a:r>
              <a:rPr sz="1100" b="0">
                <a:solidFill>
                  <a:srgbClr val="A9BCCB"/>
                </a:solidFill>
                <a:latin typeface="Segoe UI"/>
              </a:rPr>
              <a:t>TransactionProtocol.phases excludes the initial phase, but Agent.phases is assigned allPhases. Same field name, different contents.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HOW AGENTS FIND THEIR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ApplicationRegistry — one line to onboard.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43032" cy="137160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BCCB"/>
                </a:solidFill>
                <a:latin typeface="Consolas"/>
              </a:rPr>
              <a:t>export const applicationRegistry = new ApplicationRegistry()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5E0C4"/>
                </a:solidFill>
                <a:latin typeface="Consolas"/>
              </a:rPr>
              <a:t>  .register(scpApplication)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51175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5E0C4"/>
                </a:solidFill>
                <a:latin typeface="Consolas"/>
              </a:rPr>
              <a:t>  .register(apiflcApplication);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Segoe UI"/>
              </a:rPr>
              <a:t>packages/apps/index.ts  —  “Onboarding a new application is: create its @log/app-* package and add one .register(...) line here.”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FUNCTIONS THE AGENTS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forLog(log)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log group exact match, then prefix, else first app whose eventOf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70248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isTransactionLog(log)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true if any app claims it; gates the two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37176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000" b="0">
                <a:solidFill>
                  <a:srgbClr val="35E0C4"/>
                </a:solidFill>
                <a:latin typeface="Consolas"/>
              </a:rPr>
              <a:t>byId(id)</a:t>
            </a:r>
            <a:r>
              <a:rPr sz="1050" b="0">
                <a:solidFill>
                  <a:srgbClr val="A9BCCB"/>
                </a:solidFill>
                <a:latin typeface="Segoe UI"/>
              </a:rPr>
              <a:t> — resolves route.targetApplication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91840"/>
            <a:ext cx="5102352" cy="23317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10">
                <a:solidFill>
                  <a:srgbClr val="35E0C4"/>
                </a:solidFill>
                <a:latin typeface="Consolas"/>
              </a:rPr>
              <a:t>WHAT AN ApplicationDef DECLARES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id, displayName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59936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logGroups[]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9392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protocol: TransactionProtocol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98848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matchLogGroup / splitByLogGroup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18304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simulationMode: verbatim | 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correlationLabel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57216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assistantPromptPath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76672"/>
            <a:ext cx="4663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· simulateUnderstandingPromptPath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60720"/>
            <a:ext cx="10543032" cy="566928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760720"/>
            <a:ext cx="101406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E6EEF5"/>
                </a:solidFill>
                <a:latin typeface="Segoe UI"/>
              </a:rPr>
              <a:t>This — not the PluginManifest kernel — is the live extensibility surface. </a:t>
            </a:r>
            <a:r>
              <a:rPr sz="1100" b="0">
                <a:solidFill>
                  <a:srgbClr val="A9BCCB"/>
                </a:solidFill>
                <a:latin typeface="Segoe UI"/>
              </a:rPr>
              <a:t>packages/platform (PlatformRegistry / CapabilityDescriptor) exists only as a compiled dist with zero importers.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DESIGN VS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The provisioned agents nobody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38928" cy="32918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24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D991"/>
                </a:solidFill>
                <a:latin typeface="Consolas"/>
              </a:rPr>
              <a:t>● LIVE — local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31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routeRequest()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7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9747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prompts/bedrock/supervisor.md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3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intents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6323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29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callers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429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chat.ts:58, server.ts:135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947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in-process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9768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Every chat message takes this path. No Bedrock Agent runtime is involved — only Converse.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737360"/>
            <a:ext cx="5138928" cy="329184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15240">
            <a:solidFill>
              <a:srgbClr val="FF5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202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5D6C"/>
                </a:solidFill>
                <a:latin typeface="Consolas"/>
              </a:rPr>
              <a:t>○ PROVISIONED — never invoked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3317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entry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3317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invokeSupervisorAgent()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69747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269747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inline HCL in bedrock.tf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06323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collaborators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3063239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1  (scp-agent)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4290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callers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34290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none — zero call 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7947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37947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E6EEF5"/>
                </a:solidFill>
                <a:latin typeface="Consolas"/>
              </a:rPr>
              <a:t>agent + alias +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29768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A9BCCB"/>
                </a:solidFill>
                <a:latin typeface="Segoe UI"/>
              </a:rPr>
              <a:t>SUPERVISOR_ROUTER + scp-agent are deployed and costed. analysis-agent and simulator-agent were deleted.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212080"/>
            <a:ext cx="10543032" cy="73152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212080"/>
            <a:ext cx="1014069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F9D47"/>
                </a:solidFill>
                <a:latin typeface="Consolas"/>
              </a:rPr>
              <a:t>Three things to fix before this ships as “agentic on Bedrock”:  </a:t>
            </a:r>
            <a:r>
              <a:rPr sz="1100" b="0">
                <a:solidFill>
                  <a:srgbClr val="A9BCCB"/>
                </a:solidFill>
                <a:latin typeface="Segoe UI"/>
              </a:rPr>
              <a:t>the OpenAPI advertises 3 apiPaths the Lambda 404s;  the </a:t>
            </a:r>
            <a:r>
              <a:rPr sz="1100" b="0">
                <a:solidFill>
                  <a:srgbClr val="35E0C4"/>
                </a:solidFill>
                <a:latin typeface="Consolas"/>
              </a:rPr>
              <a:t>unknown</a:t>
            </a:r>
            <a:r>
              <a:rPr sz="1100" b="0">
                <a:solidFill>
                  <a:srgbClr val="A9BCCB"/>
                </a:solidFill>
                <a:latin typeface="Segoe UI"/>
              </a:rPr>
              <a:t> intent is unroutable;  invokeAgent.ts's doc comment claims it is the production path — it is not.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AGENT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The action-group Lambda.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5E0C4"/>
                </a:solidFill>
                <a:latin typeface="Consolas"/>
              </a:rPr>
              <a:t>handler(event) → switch (event.apiPath)</a:t>
            </a:r>
            <a:r>
              <a:rPr sz="1150" b="0">
                <a:solidFill>
                  <a:srgbClr val="A9BCCB"/>
                </a:solidFill>
                <a:latin typeface="Segoe UI"/>
              </a:rPr>
              <a:t>   ·   one Lambda backs every Bedrock tool; readParams() flattens parameters + requestBody into one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14884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APIPATH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2148840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OPERATIONID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148840"/>
            <a:ext cx="28346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4896" y="2148840"/>
            <a:ext cx="185623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LAMBDA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146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35E0C4"/>
                </a:solidFill>
                <a:latin typeface="Consolas"/>
              </a:rPr>
              <a:t>/invoke-app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5146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invokeApplication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51460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calls the real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54896" y="2514600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4AD991"/>
                </a:solidFill>
                <a:latin typeface="Consolas"/>
              </a:rPr>
              <a:t>✓ implemented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9718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/findings/search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29718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searchFindings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97180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971800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5D6C"/>
                </a:solidFill>
                <a:latin typeface="Consolas"/>
              </a:rPr>
              <a:t>✗ 404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29000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4290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/logs/analyze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34290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analyzeLogs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42900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429000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5D6C"/>
                </a:solidFill>
                <a:latin typeface="Consolas"/>
              </a:rPr>
              <a:t>✗ 404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886200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8862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/simulate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388620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simulateLogs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3886200"/>
            <a:ext cx="28346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F8496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886200"/>
            <a:ext cx="18562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FF5D6C"/>
                </a:solidFill>
                <a:latin typeface="Consolas"/>
              </a:rPr>
              <a:t>✗ 404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5138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ENVELOPE 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709160"/>
            <a:ext cx="5138928" cy="109728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4828032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{ messageVersion: '1.0',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047488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response: { actionGroup, apiPath,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266944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  httpMethod, httpStatusCode,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48640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Consolas"/>
              </a:rPr>
              <a:t>    responseBody: { 'application/json' } } 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7064" y="4343400"/>
            <a:ext cx="5138928" cy="1463040"/>
          </a:xfrm>
          <a:prstGeom prst="roundRect">
            <a:avLst>
              <a:gd name="adj" fmla="val 8000"/>
            </a:avLst>
          </a:prstGeom>
          <a:solidFill>
            <a:srgbClr val="0D141D"/>
          </a:solidFill>
          <a:ln w="12700">
            <a:solidFill>
              <a:srgbClr val="FF9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4343400"/>
            <a:ext cx="473659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9D47"/>
                </a:solidFill>
                <a:latin typeface="Consolas"/>
              </a:rPr>
              <a:t>The schema/handler gap: </a:t>
            </a:r>
            <a:r>
              <a:rPr sz="1050" b="0">
                <a:solidFill>
                  <a:srgbClr val="A9BCCB"/>
                </a:solidFill>
                <a:latin typeface="Segoe UI"/>
              </a:rPr>
              <a:t>actions.openapi.json still advertises all four operations to the model, so the provisioned scp-agent can be tempted into calling three dead paths. The handler's own comment admits the tools are “gone” — the schema was never trimmed.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OPERATING 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Every knob, one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43032" cy="365760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28800"/>
            <a:ext cx="40233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ENV VAR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6" y="182880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28800"/>
            <a:ext cx="32278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10">
                <a:solidFill>
                  <a:srgbClr val="35E0C4"/>
                </a:solidFill>
                <a:latin typeface="Consolas"/>
              </a:rPr>
              <a:t>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INGEST_AGENT_CONCURRENCY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194560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2194560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parallel Finding-agents per poll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596896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596896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INGEST_MAX_AGENTS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596896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596896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max agent units spawned per poll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99232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999232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INGEST_AGENT_TIMEOUT_MINUTES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999232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999232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lifecycle agent →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01568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401568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INGEST_AGENT_HISTORY_TTL_MINUTES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401568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1440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401568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closed agents pruned after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03904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803904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FINDINGS_HISTORY_TTL_MINUTES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803904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1440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803904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findings pruned after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206240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4206240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BEDROCK_MODEL_ID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4206240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model-configurable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206240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reasoning + routing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608576"/>
            <a:ext cx="10543032" cy="402336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608576"/>
            <a:ext cx="402335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BEDROCK_EMBED_MODEL_ID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4608576"/>
            <a:ext cx="2743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E6EEF5"/>
                </a:solidFill>
                <a:latin typeface="Consolas"/>
              </a:rPr>
              <a:t>titan-embed-text-v2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4608576"/>
            <a:ext cx="32278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1024-dim embeddings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6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HARDCODED — no env override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dedup window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10612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0612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0.3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10612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EWMA alpha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98264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8264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3000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8264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latency threshold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85916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85916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5000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5916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connector pull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73567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7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7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logs → LLM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61219" y="5166360"/>
            <a:ext cx="1604772" cy="73152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61219" y="5285232"/>
            <a:ext cx="16047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5E0C4"/>
                </a:solidFill>
                <a:latin typeface="Consolas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61219" y="5577840"/>
            <a:ext cx="16047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F8496"/>
                </a:solidFill>
                <a:latin typeface="Segoe UI"/>
              </a:rPr>
              <a:t>evidence kept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74320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220">
                <a:solidFill>
                  <a:srgbClr val="35E0C4"/>
                </a:solidFill>
                <a:latin typeface="Consolas"/>
              </a:rPr>
              <a:t>SEEING 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Where the lifecycle surfaces.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38928" cy="22860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ACTIVE — agent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EEF5"/>
                </a:solidFill>
                <a:latin typeface="Consolas"/>
              </a:rPr>
              <a:t>messageId</a:t>
            </a:r>
            <a:r>
              <a:rPr sz="950" b="0">
                <a:solidFill>
                  <a:srgbClr val="6F8496"/>
                </a:solidFill>
                <a:latin typeface="Consolas"/>
              </a:rPr>
              <a:t>   ·   spawned 2m ago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97480"/>
            <a:ext cx="717804" cy="329184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7178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4AD991"/>
                </a:solidFill>
                <a:latin typeface="Consolas"/>
              </a:rPr>
              <a:t>✓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7380" y="2697480"/>
            <a:ext cx="443484" cy="329184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7380" y="2697480"/>
            <a:ext cx="4434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4AD991"/>
                </a:solidFill>
                <a:latin typeface="Consolas"/>
              </a:rPr>
              <a:t>✓ 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697480"/>
            <a:ext cx="786384" cy="329184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57C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697480"/>
            <a:ext cx="786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57C7FF"/>
                </a:solidFill>
                <a:latin typeface="Consolas"/>
              </a:rPr>
              <a:t>…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004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F8496"/>
                </a:solidFill>
                <a:latin typeface="Consolas"/>
              </a:rPr>
              <a:t>waiting for RESPONSE  ·  /aws/lambda/adt-fca-d1-…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576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Segoe UI"/>
              </a:rPr>
              <a:t>Pips: ✓ done · … awaiting (pulsing) · · idle · ✗ fail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783080"/>
            <a:ext cx="5138928" cy="2286000"/>
          </a:xfrm>
          <a:prstGeom prst="roundRect">
            <a:avLst>
              <a:gd name="adj" fmla="val 8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659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35E0C4"/>
                </a:solidFill>
                <a:latin typeface="Consolas"/>
              </a:rPr>
              <a:t>HISTORY — closed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31720"/>
            <a:ext cx="8833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correlationID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3838" y="2331720"/>
            <a:ext cx="82661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final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31720"/>
            <a:ext cx="4864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phases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6644" y="2331720"/>
            <a:ext cx="543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ackCode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4662" y="2331720"/>
            <a:ext cx="4864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5987" y="2331720"/>
            <a:ext cx="4864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F8496"/>
                </a:solidFill>
                <a:latin typeface="Consolas"/>
              </a:rPr>
              <a:t>closed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265176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651760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AD991"/>
                </a:solidFill>
                <a:latin typeface="Consolas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51760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all phases received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035808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03580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5D6C"/>
                </a:solidFill>
                <a:latin typeface="Consolas"/>
              </a:rPr>
              <a:t>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035808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ackCode rejected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3419856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419856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9D47"/>
                </a:solidFill>
                <a:latin typeface="Consolas"/>
              </a:rPr>
              <a:t>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419856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A9BCCB"/>
                </a:solidFill>
                <a:latin typeface="Segoe UI"/>
              </a:rPr>
              <a:t>timed out awaiting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2976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THE ONE-LINE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66344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500" b="0">
                <a:solidFill>
                  <a:srgbClr val="A9BCCB"/>
                </a:solidFill>
                <a:latin typeface="Segoe UI"/>
              </a:rPr>
              <a:t>Two engines run every poll: </a:t>
            </a:r>
            <a:r>
              <a:rPr sz="1500" b="1">
                <a:solidFill>
                  <a:srgbClr val="35E0C4"/>
                </a:solidFill>
                <a:latin typeface="Consolas"/>
              </a:rPr>
              <a:t>dispatchAgentic</a:t>
            </a:r>
            <a:r>
              <a:rPr sz="1500" b="0">
                <a:solidFill>
                  <a:srgbClr val="A9BCCB"/>
                </a:solidFill>
                <a:latin typeface="Segoe UI"/>
              </a:rPr>
              <a:t> spawns short-lived agents that reason with an LLM over error and correlation clusters; </a:t>
            </a:r>
            <a:r>
              <a:rPr sz="1500" b="1">
                <a:solidFill>
                  <a:srgbClr val="35E0C4"/>
                </a:solidFill>
                <a:latin typeface="Consolas"/>
              </a:rPr>
              <a:t>advanceAgents</a:t>
            </a:r>
            <a:r>
              <a:rPr sz="1500" b="0">
                <a:solidFill>
                  <a:srgbClr val="A9BCCB"/>
                </a:solidFill>
                <a:latin typeface="Segoe UI"/>
              </a:rPr>
              <a:t> steps long-lived, deterministic agents through each application's transaction protocol.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AGENT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373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